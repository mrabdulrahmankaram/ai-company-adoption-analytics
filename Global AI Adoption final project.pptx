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536B-E04D-DC9F-6799-3182C730F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Global AI Adoption</a:t>
            </a:r>
            <a:br>
              <a:rPr lang="en-US" sz="6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</a:br>
            <a:r>
              <a:rPr lang="en-US" sz="6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&amp; Workforce Impact </a:t>
            </a:r>
          </a:p>
        </p:txBody>
      </p:sp>
    </p:spTree>
    <p:extLst>
      <p:ext uri="{BB962C8B-B14F-4D97-AF65-F5344CB8AC3E}">
        <p14:creationId xmlns:p14="http://schemas.microsoft.com/office/powerpoint/2010/main" val="90621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1255-BFF7-70D0-E48A-CA889ABF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Team: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66BF6-3EBB-C7B3-0ED4-36B66588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Salma Mahmoud &amp; Mohamed Arafa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: Data Cleaning (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Excel,Python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Abdulrahman Alaa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: SQL Analysis</a:t>
            </a:r>
            <a:b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endParaRPr lang="en-US" sz="20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Abdulrahman Karam &amp; Mahmoud Hossam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: Visualizing(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Excel,Power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 BI</a:t>
            </a:r>
            <a:r>
              <a:rPr lang="ar-EG" sz="20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(</a:t>
            </a:r>
            <a:endParaRPr lang="en-US" sz="20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38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934C-85BD-3A8F-9908-059A5ECD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918C0-2D94-98FF-BCF0-36C275606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The project analyzes company-level AI adoption data to 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How widely companies are adopting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The business impact of AI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AI's impact on jobs and employees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maturity and failure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Differences across industries, countries, and company sizes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Main Goal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Turn AI adoption data into actionable business insights.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endParaRPr lang="en-US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53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277F-A34A-6775-E5F1-91962236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F439-FA39-1D5E-E899-A5742EDAA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As AI adoption continues to grow, companies face several challenges: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1.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Unclear Business Value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  Companies may adopt AI without knowing its real impact on productivity and revenue.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2.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Different Adoption Levels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adoption varies significantly across industries, countries, and company sizes.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3. 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Workforce Impact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can create new jobs while also displacing existing roles.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4.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Implementation Risks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adoption can involve failures, low maturity, and compliance or risk-management challenges.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5.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Investment Decisions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Companies need to know where and how to invest in AI effectively.</a:t>
            </a:r>
          </a:p>
          <a:p>
            <a:endParaRPr lang="en-US" b="1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65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3181-931E-39AB-440B-FBCB3BBC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What We 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5C99A-7468-F87A-7D2A-33FFF045E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AI Adoption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Adoption Rate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Adoption Stage</a:t>
            </a:r>
            <a:b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</a:b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     </a:t>
            </a:r>
            <a:b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</a:b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Maturity       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Tools &amp;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Business Impact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 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Productivity Change  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Revenue Growth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Cost Reduction           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Workforce &amp; Risk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Jobs Created             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Jobs Displaced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AI Training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Failure Rate                   </a:t>
            </a:r>
            <a:r>
              <a:rPr lang="en-US" sz="1800" b="1" dirty="0">
                <a:solidFill>
                  <a:schemeClr val="accent1"/>
                </a:solidFill>
                <a:latin typeface="Aptos" panose="020B0004020202020204" pitchFamily="34" charset="0"/>
              </a:rPr>
              <a:t>- </a:t>
            </a:r>
            <a:r>
              <a:rPr lang="en-US" sz="18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Risk Management         </a:t>
            </a:r>
          </a:p>
          <a:p>
            <a:endParaRPr lang="en-US" sz="18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2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26F3-9DD7-72FC-A9D2-0C87C0EB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Data &amp; Analysis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CEA6A-81B6-C163-4EA1-75EA89D1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Dataset:  150,000 records | 43 Columns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 Python + Power Query : (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Data Cleaning &amp; Transformation)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</a:schemeClr>
                </a:solidFill>
              </a:rPr>
              <a:t>SQl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 : (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Business Analysis &amp; Aggregation)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 Excel + Power BI : (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Visualization &amp; Interactive Dashboards)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 Insights &amp; Recommendations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Goal</a:t>
            </a:r>
          </a:p>
          <a:p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Turn raw data into actionable business insights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45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0B6B-C6F2-E8D6-43B9-1C31434F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357B-6671-5422-60B8-1B2A841BF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Technology Leads AI Adoption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Technology shows the highest average AI adoption rate among the analyzed industries.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AI Adoption Is Linked to Business Impact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Industries with stronger AI adoption also show differences in productivity, revenue growth, and cost reduction.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AI Creates Both Opportunities &amp; Challenges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AI can contribute to job creation while also causing job displacement.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Adoption Alone Is Not Enough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High AI adoption should be evaluated together with maturity, productivity, financial impact, and risk.</a:t>
            </a:r>
          </a:p>
          <a:p>
            <a:endParaRPr lang="en-US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5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5D64-FCD5-9DA0-17DF-2F0D64B9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2B85-361D-7DC0-EF6C-DD50D01F4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1. </a:t>
            </a: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Measure Business Value</a:t>
            </a:r>
          </a:p>
          <a:p>
            <a:r>
              <a:rPr lang="en-US" sz="15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Track productivity, revenue growth, cost reduction, and customer satisfaction.</a:t>
            </a:r>
          </a:p>
          <a:p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2. </a:t>
            </a: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Invest in High-Impact AI Use Cases</a:t>
            </a:r>
          </a:p>
          <a:p>
            <a:r>
              <a:rPr lang="en-US" sz="15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Prioritize AI applications that deliver measurable business outcomes.</a:t>
            </a:r>
          </a:p>
          <a:p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3. </a:t>
            </a: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Develop AI Skills</a:t>
            </a:r>
          </a:p>
          <a:p>
            <a:r>
              <a:rPr lang="en-US" sz="15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Invest in employee training and reskilling programs.</a:t>
            </a:r>
          </a:p>
          <a:p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4. </a:t>
            </a: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Monitor AI Risks</a:t>
            </a:r>
          </a:p>
          <a:p>
            <a:r>
              <a:rPr lang="en-US" sz="15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Track AI failure rates, maturity, risk management, and compliance.</a:t>
            </a:r>
          </a:p>
          <a:p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5. </a:t>
            </a:r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Plan for Workforce Changes</a:t>
            </a:r>
          </a:p>
          <a:p>
            <a:r>
              <a:rPr lang="en-US" sz="1500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Prepare for both job displacement and new job opportunities.</a:t>
            </a:r>
          </a:p>
          <a:p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Final Recommendation</a:t>
            </a:r>
          </a:p>
          <a:p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Adopt AI strategically — not simply because it is trending.</a:t>
            </a:r>
            <a:endParaRPr lang="en-US" sz="15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endParaRPr lang="en-US" sz="1500" dirty="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013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FC86C-63D4-D4AB-A6A4-3621CDF2D309}"/>
              </a:ext>
            </a:extLst>
          </p:cNvPr>
          <p:cNvSpPr txBox="1"/>
          <p:nvPr/>
        </p:nvSpPr>
        <p:spPr>
          <a:xfrm>
            <a:off x="3611592" y="2967335"/>
            <a:ext cx="4968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D7716-0BD2-F10F-3ABA-14610E0A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783" y="2143322"/>
            <a:ext cx="1285678" cy="12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020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</TotalTime>
  <Words>518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Retrospect</vt:lpstr>
      <vt:lpstr>Global AI Adoption  &amp; Workforce Impact </vt:lpstr>
      <vt:lpstr>Team:</vt:lpstr>
      <vt:lpstr>Project Overview</vt:lpstr>
      <vt:lpstr>Business Problem</vt:lpstr>
      <vt:lpstr>What We Analyze</vt:lpstr>
      <vt:lpstr>Data &amp; Analysis Approach</vt:lpstr>
      <vt:lpstr>Key Insights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abdo</dc:creator>
  <cp:lastModifiedBy>abdo</cp:lastModifiedBy>
  <cp:revision>2</cp:revision>
  <dcterms:created xsi:type="dcterms:W3CDTF">2026-09-11T20:38:18Z</dcterms:created>
  <dcterms:modified xsi:type="dcterms:W3CDTF">2026-09-12T06:46:30Z</dcterms:modified>
</cp:coreProperties>
</file>